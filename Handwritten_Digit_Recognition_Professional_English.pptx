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Handwritten Digit Recognition System</a:t>
            </a:r>
          </a:p>
          <a:p>
            <a:pPr>
              <a:spcBef>
                <a:spcPts val="1000"/>
              </a:spcBef>
              <a:defRPr sz="2000">
                <a:solidFill>
                  <a:srgbClr val="2DD4BF"/>
                </a:solidFill>
              </a:defRPr>
            </a:pPr>
            <a:r>
              <a:t>A Computer Vision &amp; Deep Learning Project using Python &amp; Gradio</a:t>
            </a:r>
          </a:p>
          <a:p>
            <a:pPr>
              <a:spcBef>
                <a:spcPts val="3000"/>
              </a:spcBef>
              <a:defRPr sz="1600">
                <a:solidFill>
                  <a:srgbClr val="94A3B8"/>
                </a:solidFill>
              </a:defRPr>
            </a:pPr>
            <a:r>
              <a:t>Presented by: Musfirah Yousuf  |  GitHub: quiet-phantom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Project Overview &amp; Objective</a:t>
            </a:r>
          </a:p>
          <a:p>
            <a:pPr>
              <a:defRPr sz="1500">
                <a:solidFill>
                  <a:srgbClr val="38BDF8"/>
                </a:solidFill>
                <a:latin typeface="Arial"/>
              </a:defRPr>
            </a:pPr>
            <a:r>
              <a:t>Building an intelligent system to recognize handwritten numbers (0-9)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DD4BF"/>
                </a:solidFill>
              </a:defRPr>
            </a:pPr>
            <a:r>
              <a:t>Core Objective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To design and implement an end-to-end computer vision application capable of accurately classifying handwritten digits drawn by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DD4BF"/>
                </a:solidFill>
              </a:defRPr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Widely used in automated postal mail sorting, bank check processing, and digital form data entry.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DD4BF"/>
                </a:solidFill>
              </a:defRPr>
            </a:pPr>
            <a:r>
              <a:t>Tech Stack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Python, TensorFlow/Keras, OpenCV, Gradio, and Google Colab for cloud execution and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Image Preprocessing Pipeline</a:t>
            </a:r>
          </a:p>
          <a:p>
            <a:pPr>
              <a:defRPr sz="1500">
                <a:solidFill>
                  <a:srgbClr val="38BDF8"/>
                </a:solidFill>
                <a:latin typeface="Arial"/>
              </a:defRPr>
            </a:pPr>
            <a:r>
              <a:t>Preparing user-drawn images for model inference using OpenCV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700" b="1">
                <a:solidFill>
                  <a:srgbClr val="2DD4BF"/>
                </a:solidFill>
              </a:defRPr>
            </a:pPr>
            <a:r>
              <a:t>1. Image Acquisition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Capturing the user input image via the interactive Gradio web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201168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700" b="1">
                <a:solidFill>
                  <a:srgbClr val="2DD4BF"/>
                </a:solidFill>
              </a:defRPr>
            </a:pPr>
            <a:r>
              <a:t>2. Grayscale Conversion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Converting RGB image arrays into single-channel grayscale for intensity normalization.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700" b="1">
                <a:solidFill>
                  <a:srgbClr val="2DD4BF"/>
                </a:solidFill>
              </a:defRPr>
            </a:pPr>
            <a:r>
              <a:t>3. Binary Thresholding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Applying cv2.threshold to isolate the digit from background noise and shadows.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52120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700" b="1">
                <a:solidFill>
                  <a:srgbClr val="2DD4BF"/>
                </a:solidFill>
              </a:defRPr>
            </a:pPr>
            <a:r>
              <a:t>4. Aspect-Ratio Resizing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Resizing the processed digit to 28x28 pixels using area interpolation for the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Model Architecture: CNN vs Dense</a:t>
            </a:r>
          </a:p>
          <a:p>
            <a:pPr>
              <a:defRPr sz="1500">
                <a:solidFill>
                  <a:srgbClr val="38BDF8"/>
                </a:solidFill>
                <a:latin typeface="Arial"/>
              </a:defRPr>
            </a:pPr>
            <a:r>
              <a:t>Why Convolutional Neural Networks outperform traditional networks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2120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Traditional Dense Neural Network</a:t>
            </a:r>
          </a:p>
          <a:p>
            <a:pPr>
              <a:spcBef>
                <a:spcPts val="1500"/>
              </a:spcBef>
              <a:defRPr sz="1500">
                <a:solidFill>
                  <a:srgbClr val="F8FAFC"/>
                </a:solidFill>
              </a:defRPr>
            </a:pPr>
            <a:r>
              <a:t>Treats images as flat 1D pixel arrays, losing spatial structures and struggling with varying stroke widths and noise.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2011680"/>
            <a:ext cx="52120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2DD4BF"/>
                </a:solidFill>
              </a:defRPr>
            </a:pPr>
            <a:r>
              <a:t>Convolutional Neural Network (CNN)</a:t>
            </a:r>
          </a:p>
          <a:p>
            <a:pPr>
              <a:spcBef>
                <a:spcPts val="1500"/>
              </a:spcBef>
              <a:defRPr sz="1500">
                <a:solidFill>
                  <a:srgbClr val="F8FAFC"/>
                </a:solidFill>
              </a:defRPr>
            </a:pPr>
            <a:r>
              <a:t>Preserves 2D spatial grid structures and extracts features like edges and curves automatically, achieving 95%+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Conclusion &amp; Future Enhancements</a:t>
            </a:r>
          </a:p>
          <a:p>
            <a:pPr>
              <a:defRPr sz="1500">
                <a:solidFill>
                  <a:srgbClr val="38BDF8"/>
                </a:solidFill>
                <a:latin typeface="Arial"/>
              </a:defRPr>
            </a:pPr>
            <a:r>
              <a:t>Project summary and potential extensions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DD4BF"/>
                </a:solidFill>
              </a:defRPr>
            </a:pPr>
            <a:r>
              <a:t>Project Summary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Successfully integrated OpenCV preprocessing with a TensorFlow CNN model and deployed it live using Gradio.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DD4BF"/>
                </a:solidFill>
              </a:defRPr>
            </a:pPr>
            <a:r>
              <a:t>Key Takeaways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Gained hands-on experience in tensor data reshaping, model training, persistence, and resolving image distortion issues.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2918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2DD4BF"/>
                </a:solidFill>
              </a:defRPr>
            </a:pPr>
            <a:r>
              <a:t>Future Roadmap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Expanding the system to recognize multi-digit numbers and integrating real-time webcam video stream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